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9" r:id="rId12"/>
    <p:sldId id="267" r:id="rId13"/>
    <p:sldId id="268" r:id="rId14"/>
    <p:sldId id="271" r:id="rId15"/>
    <p:sldId id="270" r:id="rId16"/>
    <p:sldId id="273" r:id="rId17"/>
    <p:sldId id="275" r:id="rId18"/>
    <p:sldId id="272" r:id="rId19"/>
    <p:sldId id="277" r:id="rId20"/>
    <p:sldId id="276" r:id="rId21"/>
    <p:sldId id="274" r:id="rId22"/>
    <p:sldId id="278" r:id="rId23"/>
    <p:sldId id="279" r:id="rId24"/>
    <p:sldId id="281" r:id="rId25"/>
    <p:sldId id="282" r:id="rId26"/>
    <p:sldId id="283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2:32:06.141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746 68,'184'-10,"-26"0,227 8,-196 3,-166-2,46-9,-45 6,37-2,2 6,-34 1,0-2,0 0,50-10,-45 5,1 2,0 1,0 2,38 4,2-1,55 9,-2 0,-81-8,91 17,-4 0,4-1,-88-10,1-2,53 0,-48-9,-35 1,-1 0,1 0,-1 2,1 1,-1 1,1 0,25 9,-12-1,1-1,0-2,0-1,1-1,-1-2,1-2,43-3,-27 0,23 0,148 15,-144-6,0-4,90-6,-44 0,1124 2,-1197-2,91-17,-93 10,1 2,51 1,-62 5,45-8,36-2,28 13,115-3,-189-10,-53 7,46-3,-48 7,17 0,1-1,57-10,-60 5,1 2,0 2,-1 1,55 6,-88-5,1 1,-1-1,0 1,0-1,1 1,-1 0,0 0,0 0,0 1,0-1,0 0,-1 1,1-1,0 1,-1 0,1-1,-1 1,1 0,-1 0,0 0,0 0,0 0,0 0,0 0,0 1,0-1,-1 0,1 0,-1 1,0 3,2 9,-2 1,0 0,-3 25,1-12,3-3,1-1,1 0,12 48,-8-45,-2 0,4 52,-9 21,0-22,12 100,61 474,-64-537,3 96,-13 407,2-594,9 46,-6-45,3 43,-7-65,1 81,-16 137,11-183,2 61,-1 2,-7-44,7-43,0 0,-1 22,-9 84,4-52,8-64,0 0,-1 1,1-1,-1 0,0 0,0 0,0-1,-1 1,1 0,-1-1,-1 1,1-1,0 0,-1 0,0-1,-4 4,-9 6,1-2,-37 18,4-1,32-19,1 0,-25 8,23-10,1 1,-22 12,-80 62,106-71,7-6,-1 0,1 0,-1 0,0-1,-10 4,-126 59,109-57,-1-1,-39 5,3-1,-129 42,170-46,-214 59,90-28,-16 3,136-36,-14 3,1-2,-73 3,-658-13,728 0,1-2,-1-2,1-3,0-2,1-1,-53-22,-53-10,106 33,-90-34,-75-36,155 60,37 15,1-2,0 0,1-1,0 0,-28-20,32 18,-2 0,-21-10,24 14,0 0,1-2,-1 1,-15-15,13 10,0 1,-1 0,-1 1,0 1,-31-13,22 11,-8-7,26 14,0 0,0 1,0 0,0 0,-1 1,0 0,0 0,-14-1,-212 3,110 3,98-2,4 1,1 0,-1-2,1-1,-1-1,1-1,-41-13,40 8,-38-14,-113-60,102 36,-73-63,30 21,87 64,24 20,0 0,0 1,0-1,-1 1,0 1,0-1,-9-3,-73-27,-75-31,102 36,37 17,1 1,-2 1,1 0,-31-6,40 13,0 0,0-1,1-1,0-1,0 0,-24-14,26 14,0 0,-1 1,0 1,-23-6,-9-2,21 4,4 2,0-1,1 0,0-2,0 0,-24-16,-8-10,29 21,1-1,0 0,-30-31,-192-192,200 197,2-2,-49-66,65 71,20 29,0 0,-1 0,0 1,-9-9,-38-42,3-2,3-2,-49-85,51 77,14 18,3-2,1 0,3-2,-28-103,-22-105,66 226,2 0,1 0,2 0,3-72,2 59,-3 1,-8-54,8 98,-11-66,-5-128,15 140,1 32,0 0,2 0,1 0,1 0,9-35,-10 58,1 0,-1 0,1 1,1-1,-1 1,1-1,-1 1,1 0,1 1,-1-1,1 1,0 0,0 0,0 0,0 0,1 1,-1 0,1 0,0 1,0 0,0 0,0 0,10-1,12-1,1 0,1 3,54 2,-36 1,-25-2,-1 1,1 1,35 8,-25-5,0-1,1-1,0-2,40-4,4 1,-59 2,-10-1,0 1,0 0,0 1,17 3,-13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5T12:32:11.858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1033 0,'-75'229,"9"3,11 2,10 3,-24 410,99-40,-27-576,-3-26,7 42,-7-47,0 1,1-1,-1 1,0 0,0-1,0 1,1-1,-1 1,0-1,1 1,-1-1,0 1,1-1,-1 1,1-1,-1 1,0-1,1 0,-1 1,1-1,0 0,-1 0,2 1,-1-1,0-1,0 1,-1 0,1-1,0 1,0-1,0 0,0 1,0-1,-1 0,1 1,0-1,-1 0,1 0,-1 0,1 1,0-1,-1 0,0 0,1-1,7-14,-1 0,-1 0,0 0,-1-1,-1 0,3-27,3-108,-9 144,2-414,7-143,-2 86,-8 435,0 34,0 0,1 1,0-1,1 1,0-1,0 1,1 0,0 0,1 0,0 0,1 0,-1 1,1 0,1 0,7-8,-12 14,0 1,0 0,1 0,-1 0,0 1,1-1,-1 0,0 0,1 1,-1-1,1 1,-1-1,1 1,-1 0,1-1,0 1,-1 0,1 0,-1 0,1 0,-1 0,1 1,0-1,-1 0,1 1,-1-1,1 1,-1 0,0-1,1 1,-1 0,2 1,5 4,0 1,-1-1,0 1,8 10,1 0,189 184,162 148,321 214,-509-417,-178-146,0 1,-1-1,1 0,0 1,-1-1,1 1,0 0,-1-1,1 1,-1-1,1 1,-1 0,1-1,-1 1,0 0,1 0,-1-1,0 1,0 0,1 0,-1 0,0-1,0 1,0 0,0 0,0 0,0-1,0 1,0 0,-1 1,0 0,0-1,-1-1,1 1,0 0,0 0,-1 0,1-1,-1 1,1-1,-1 1,1-1,-1 1,1-1,-4 0,-11 1,0 0,-20-3,-443-58,2-33,320 61,-820-182,939 206,-2 1,1 1,-1 3,-56 2,94 1,0 0,-1 0,1 0,0 0,0 0,0-1,-1 1,1-1,0 1,0-1,0 0,0 0,0 0,0 0,-3-2,4 3,1-1,0 1,-1-1,1 1,-1-1,1 1,0-1,-1 0,1 1,0-1,0 1,0-1,-1 0,1 1,0-1,0 1,0-1,0 0,0 1,0-1,0 0,0 0,1 0,-1-1,1 0,0 1,0 0,-1-1,1 1,0-1,0 1,0 0,1 0,-1-1,2 0,12-9,0 0,2 1,-1 1,1 0,28-9,14-8,967-537,-734 391,-281 167,0 0,0 1,17-4,-18 5,-1 0,1 0,0-1,-1 0,11-6,145-106,-127 94,-30 18,-1 1,0-2,0 1,0-1,0 0,-1-1,1 0,-1 0,6-8,-4 4,1 1,0 0,0 0,1 1,19-13,-32 22,0 2,-1-1,0 1,1-1,-1 1,1 0,-5 5,-69 107,4-5,-41 52,8 5,-133 280,165-289,-82 259,103-252,46-131,-4 66,9-69,-4 13,-3 1,-1-1,-27 72,23-79,6-17,1 1,-8 33,7-16,-2-1,-20 49,29-83,0 0,0-1,-1 1,1 0,-1-1,0 1,1-1,-1 0,-3 3,4-5,1 1,0-1,0 0,-1 0,1 0,0 1,0-1,-1 0,1 0,0 0,-1 0,1 0,0 0,0 0,-1 0,1 0,0 0,-1 0,1 0,0 0,-1 0,1 0,0 0,-1 0,1 0,0 0,0 0,-1-1,1 1,0 0,-1 0,-5-19,2-33,3 0,2-1,2 1,12-57,-13 96,65-586,-44-6,-24 598,1 0,0 0,1 0,0 0,0 0,0 0,1 0,5-12,-7 18,1 1,-1 0,1 0,-1 0,1 0,-1 0,1 0,-1 0,1 0,-1 0,1 0,-1 0,1 1,-1-1,1 0,-1 0,1 0,-1 1,1-1,-1 0,0 0,1 1,-1-1,1 0,-1 1,0-1,1 1,-1-1,0 0,1 1,-1 0,18 18,-16-16,14 13,0 0,1-2,1 0,35 22,84 33,-120-61,148 72,-80-53,-44-16,-25-5,0 0,0 0,20 13,-23-11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E9F6-77C0-FA7B-0A36-A7D2493A6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50C0D-6D14-9F56-EA99-36F47F5E1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B077-73C4-E4C6-E8FD-A33C0E9B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98DE-2062-ED5F-DB5B-26D55142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C007B-F8C7-13CB-04EE-6CC99411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31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8B48-1A2B-8BEB-C967-C044EF71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2CC18-FB7D-50C3-6F7F-CAD1BFBFA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9C61-F1AF-3000-A79B-8A79E81F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84B6C-30F8-5BD9-BAE9-AD976CE9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EE6BB-542C-DC50-3313-95AA55F6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21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911C-B348-1A36-9688-C2262185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3A882-4987-FD02-616E-7C9FDA08D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EAA3A-25C1-C39C-F23F-29D6E1A02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D4D8-6FDD-D7B1-FB0A-D3D218BF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BB609-2193-A19A-E2F9-5818AE7C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9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807F-5395-5CF2-23CD-77126A25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1C94-9CC5-D5C6-CF31-23631FBE9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D9FBE-BE47-4AF7-4251-3EB5F266D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92F22-73E6-1C96-A15B-043B961D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20F3A-15A4-EA00-A159-0D25567F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E6E36-8FD6-54A3-9AD9-31F626A9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19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217F5-B6D1-6DDB-E65A-6C72DD97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89DB1-5272-BA5E-E041-D43C7FFB3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2D5F5-23EB-1DBE-0B7E-7163544A7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817AF-ECE1-40B7-0D32-F9A0DD0C1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0BBC8-6CBD-1F89-5974-F1C9A6F7B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CBA52-DB62-0889-5C67-9F7ADBCBA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547EC-C01F-191D-B9DE-BC9F7D40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07B70-72FB-A375-0C01-E9B72B952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95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79BC-860E-B4B6-8773-2C12AF8A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14722-1EAF-E2D7-E1D5-474DA22F1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83314-FC30-F1D6-F7BD-24BAD254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EC809-C743-4E24-81B4-585AEB45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5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B1B0C-1981-BD13-4B73-56804AABD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CBA81F-BA9B-A9A6-1096-CDD2DB99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4312-6833-91D6-B841-637F0742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7F73-52FA-9254-347E-18FF9F00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87AB3-C345-15FA-9013-5ED8C34A4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FD931-1FCC-5CAA-4762-8C3BA5109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B8A7F-181D-E329-782B-1A68671C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49208-F566-CD13-59A7-FA7889F83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6C3F1-26AE-F620-B5AF-BCCBE446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446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B5D7-2860-17D2-15BA-D9C2F4185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7F61B-42DE-07C2-8A9C-8743ADCCAA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E9E66-C91C-C329-127F-ED0CFED10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BF93D-C428-FBB2-58DC-C409764C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B9C88-11E9-1865-309E-896C5285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71EE2-4101-F334-BAEF-D773DBBB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260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41BE-A0EC-D2F2-B443-B912DE7B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A3CA4-00FE-B533-B0D6-ECC9D3E10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399A-1060-D2DB-DE4D-8371E7A6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6BB65-EE58-AC26-68CB-83C1A8EB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EA743-F48E-CBF7-6FD0-FBDEF778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65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3A3C9E-37B4-4887-4839-E9E50A30E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5208A-5494-E644-E578-8AE704F61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AEA95-F2FF-0DD6-3611-93B99515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7366-EF49-2127-79D5-328D0589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BBCBF-611C-DE3F-CE29-3AD4AEA5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5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A0EB7-14BF-4B72-7F21-5FE4D879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D5B1F-575A-D846-2F6B-FB30DC810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E4F8-0250-86EC-9739-E05B9872D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18F83-C8A2-4812-9192-306781EBBD98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51FA3-0244-2A76-E5C2-6A329FD5B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35F91-2F8E-AE3A-9729-C63CCE63CB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CC852-5B15-4266-A9D3-AB217CB4F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7.png"/><Relationship Id="rId4" Type="http://schemas.openxmlformats.org/officeDocument/2006/relationships/customXml" Target="../ink/ink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1C78-6B55-11BC-99E5-D166CB00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Color</a:t>
            </a:r>
            <a:r>
              <a:rPr lang="en-IN" dirty="0"/>
              <a:t> theory</a:t>
            </a:r>
          </a:p>
        </p:txBody>
      </p:sp>
    </p:spTree>
    <p:extLst>
      <p:ext uri="{BB962C8B-B14F-4D97-AF65-F5344CB8AC3E}">
        <p14:creationId xmlns:p14="http://schemas.microsoft.com/office/powerpoint/2010/main" val="56875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942FB-3C40-2DA7-6877-D34092A06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2" y="0"/>
            <a:ext cx="11550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7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CAC5B-675F-F744-ED5F-940E66540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9" y="142782"/>
            <a:ext cx="11462125" cy="64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45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CB43D-511F-7E6F-4A26-FE5022064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9" y="359229"/>
            <a:ext cx="11215942" cy="641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1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6C3EC-373E-E898-3596-A070AAC86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723" y="1192336"/>
            <a:ext cx="8466554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54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06C63-FF05-00B7-6EE5-D9651666D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89" y="1081836"/>
            <a:ext cx="8565622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9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5D6D7-008A-579B-33A3-794BF80F1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550" y="929423"/>
            <a:ext cx="8298899" cy="499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2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D856-8A3E-B304-A1EB-F99EE0F59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141F-7A4C-1C60-2CA3-9F879428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typography</a:t>
            </a:r>
          </a:p>
        </p:txBody>
      </p:sp>
    </p:spTree>
    <p:extLst>
      <p:ext uri="{BB962C8B-B14F-4D97-AF65-F5344CB8AC3E}">
        <p14:creationId xmlns:p14="http://schemas.microsoft.com/office/powerpoint/2010/main" val="34559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4693C-BCF0-35E0-2205-02D1339E4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102" y="982768"/>
            <a:ext cx="8481795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8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93FEF-0A5A-6802-2261-7CE8372F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649" y="1306646"/>
            <a:ext cx="6012701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5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947C-501F-97EB-C182-77DA54981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Google fonts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19BEA6-CC4E-7736-6AA8-790C1F96D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678" y="1920479"/>
            <a:ext cx="7734970" cy="45723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4015E9-4611-A90A-DECE-5B30708E716E}"/>
              </a:ext>
            </a:extLst>
          </p:cNvPr>
          <p:cNvSpPr txBox="1"/>
          <p:nvPr/>
        </p:nvSpPr>
        <p:spPr>
          <a:xfrm>
            <a:off x="10037618" y="2784764"/>
            <a:ext cx="160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 fonts par sab </a:t>
            </a:r>
            <a:r>
              <a:rPr lang="en-IN" dirty="0" err="1"/>
              <a:t>dekh</a:t>
            </a:r>
            <a:r>
              <a:rPr lang="en-IN" dirty="0"/>
              <a:t> </a:t>
            </a:r>
            <a:r>
              <a:rPr lang="en-IN" dirty="0" err="1"/>
              <a:t>sakte</a:t>
            </a:r>
            <a:r>
              <a:rPr lang="en-IN" dirty="0"/>
              <a:t> </a:t>
            </a:r>
            <a:r>
              <a:rPr lang="en-IN" dirty="0" err="1"/>
              <a:t>hai</a:t>
            </a:r>
            <a:endParaRPr lang="en-IN" dirty="0"/>
          </a:p>
          <a:p>
            <a:r>
              <a:rPr lang="en-IN" dirty="0"/>
              <a:t>1530 available</a:t>
            </a:r>
          </a:p>
        </p:txBody>
      </p:sp>
    </p:spTree>
    <p:extLst>
      <p:ext uri="{BB962C8B-B14F-4D97-AF65-F5344CB8AC3E}">
        <p14:creationId xmlns:p14="http://schemas.microsoft.com/office/powerpoint/2010/main" val="98098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2185-F35C-0207-5DD2-6A2C6FA3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EA890-952F-8F81-C075-77D7BB3337AC}"/>
              </a:ext>
            </a:extLst>
          </p:cNvPr>
          <p:cNvSpPr txBox="1"/>
          <p:nvPr/>
        </p:nvSpPr>
        <p:spPr>
          <a:xfrm>
            <a:off x="519545" y="602673"/>
            <a:ext cx="10411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Select fonts from google fonts( take the link)</a:t>
            </a:r>
          </a:p>
          <a:p>
            <a:r>
              <a:rPr lang="en-IN" dirty="0"/>
              <a:t>Do not use heavy fonts as it will lead to heavy html file</a:t>
            </a:r>
          </a:p>
          <a:p>
            <a:r>
              <a:rPr lang="en-IN" dirty="0"/>
              <a:t>Naye </a:t>
            </a:r>
            <a:r>
              <a:rPr lang="en-IN" dirty="0" err="1"/>
              <a:t>naye</a:t>
            </a:r>
            <a:r>
              <a:rPr lang="en-IN" dirty="0"/>
              <a:t> fonts hum select </a:t>
            </a:r>
            <a:r>
              <a:rPr lang="en-IN" dirty="0" err="1"/>
              <a:t>kar</a:t>
            </a:r>
            <a:r>
              <a:rPr lang="en-IN" dirty="0"/>
              <a:t> </a:t>
            </a:r>
            <a:r>
              <a:rPr lang="en-IN" dirty="0" err="1"/>
              <a:t>sakte</a:t>
            </a:r>
            <a:r>
              <a:rPr lang="en-IN" dirty="0"/>
              <a:t> link paste karo html me aur </a:t>
            </a:r>
            <a:r>
              <a:rPr lang="en-IN" dirty="0" err="1"/>
              <a:t>phir</a:t>
            </a:r>
            <a:r>
              <a:rPr lang="en-IN" dirty="0"/>
              <a:t> </a:t>
            </a:r>
            <a:r>
              <a:rPr lang="en-IN" dirty="0" err="1"/>
              <a:t>jakr</a:t>
            </a:r>
            <a:r>
              <a:rPr lang="en-IN" dirty="0"/>
              <a:t> </a:t>
            </a:r>
            <a:r>
              <a:rPr lang="en-IN" dirty="0" err="1"/>
              <a:t>css</a:t>
            </a:r>
            <a:r>
              <a:rPr lang="en-IN" dirty="0"/>
              <a:t> me styling karo  according to </a:t>
            </a:r>
            <a:r>
              <a:rPr lang="en-IN" dirty="0" err="1"/>
              <a:t>css</a:t>
            </a:r>
            <a:r>
              <a:rPr lang="en-IN" dirty="0"/>
              <a:t> rule in google fonts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F8ADE-F70F-3ECC-27AE-6642ACB0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5" y="1787236"/>
            <a:ext cx="6795654" cy="50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81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E0A5-6789-7899-CCDB-3A966321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306A9-C103-38D8-621E-D820299BA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905" y="0"/>
            <a:ext cx="6930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57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4DB3-FC39-5A0B-46A8-8CA3CB26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ICONS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CE20B-2563-9E31-F367-71521C76B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2971"/>
            <a:ext cx="3238781" cy="2972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EB1755-0E9A-0393-28D4-C10CFFB7F87C}"/>
              </a:ext>
            </a:extLst>
          </p:cNvPr>
          <p:cNvSpPr txBox="1"/>
          <p:nvPr/>
        </p:nvSpPr>
        <p:spPr>
          <a:xfrm>
            <a:off x="4966855" y="2202873"/>
            <a:ext cx="6386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 icons par free </a:t>
            </a:r>
            <a:r>
              <a:rPr lang="en-IN" dirty="0" err="1"/>
              <a:t>milte</a:t>
            </a:r>
            <a:r>
              <a:rPr lang="en-IN" dirty="0"/>
              <a:t> </a:t>
            </a:r>
            <a:r>
              <a:rPr lang="en-IN" dirty="0" err="1"/>
              <a:t>hai</a:t>
            </a:r>
            <a:endParaRPr lang="en-IN" dirty="0"/>
          </a:p>
          <a:p>
            <a:r>
              <a:rPr lang="en-IN" dirty="0"/>
              <a:t>Link add </a:t>
            </a:r>
            <a:r>
              <a:rPr lang="en-IN" dirty="0" err="1"/>
              <a:t>karuye</a:t>
            </a:r>
            <a:r>
              <a:rPr lang="en-IN" dirty="0"/>
              <a:t> html me</a:t>
            </a:r>
          </a:p>
          <a:p>
            <a:r>
              <a:rPr lang="en-IN" dirty="0"/>
              <a:t>Font </a:t>
            </a:r>
            <a:r>
              <a:rPr lang="en-IN" dirty="0" err="1"/>
              <a:t>swesome</a:t>
            </a:r>
            <a:r>
              <a:rPr lang="en-IN" dirty="0"/>
              <a:t> </a:t>
            </a:r>
            <a:r>
              <a:rPr lang="en-IN" dirty="0" err="1"/>
              <a:t>bhi</a:t>
            </a:r>
            <a:r>
              <a:rPr lang="en-IN" dirty="0"/>
              <a:t> </a:t>
            </a:r>
            <a:r>
              <a:rPr lang="en-IN" dirty="0" err="1"/>
              <a:t>aachi</a:t>
            </a:r>
            <a:r>
              <a:rPr lang="en-IN" dirty="0"/>
              <a:t> web </a:t>
            </a:r>
            <a:r>
              <a:rPr lang="en-IN" dirty="0" err="1"/>
              <a:t>hai</a:t>
            </a:r>
            <a:endParaRPr lang="en-IN" dirty="0"/>
          </a:p>
          <a:p>
            <a:r>
              <a:rPr lang="en-IN" dirty="0"/>
              <a:t>Cdnjs.com me link </a:t>
            </a:r>
            <a:r>
              <a:rPr lang="en-IN" dirty="0" err="1"/>
              <a:t>milega</a:t>
            </a:r>
            <a:r>
              <a:rPr lang="en-IN" dirty="0"/>
              <a:t> font </a:t>
            </a:r>
            <a:r>
              <a:rPr lang="en-IN" dirty="0" err="1"/>
              <a:t>wesome</a:t>
            </a:r>
            <a:r>
              <a:rPr lang="en-IN" dirty="0"/>
              <a:t> se icons </a:t>
            </a:r>
            <a:r>
              <a:rPr lang="en-IN" dirty="0" err="1"/>
              <a:t>llane</a:t>
            </a:r>
            <a:r>
              <a:rPr lang="en-IN" dirty="0"/>
              <a:t> </a:t>
            </a:r>
            <a:r>
              <a:rPr lang="en-IN" dirty="0" err="1"/>
              <a:t>ke</a:t>
            </a:r>
            <a:r>
              <a:rPr lang="en-IN" dirty="0"/>
              <a:t> </a:t>
            </a:r>
            <a:r>
              <a:rPr lang="en-IN" dirty="0" err="1"/>
              <a:t>liye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07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2E956-F0F5-5E20-EA04-F16E00ECC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905" y="0"/>
            <a:ext cx="6930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81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DE279-9AE5-7631-2595-C0A832F4579A}"/>
              </a:ext>
            </a:extLst>
          </p:cNvPr>
          <p:cNvSpPr txBox="1"/>
          <p:nvPr/>
        </p:nvSpPr>
        <p:spPr>
          <a:xfrm>
            <a:off x="2259106" y="699247"/>
            <a:ext cx="6131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Boot strap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186FC-1BC9-22AF-FFD9-F0B2917EA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141" y="2088109"/>
            <a:ext cx="7315834" cy="4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4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A7E20D-9736-CE40-82D0-5BBAC7298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083" y="1068853"/>
            <a:ext cx="7315834" cy="4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72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A7EE3-8168-0C12-95CD-D6CE292F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ABD104-5FF8-C954-6919-C5BD7EB9A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6" y="0"/>
            <a:ext cx="5585944" cy="1402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8675E6-4CD5-A544-15AD-AD85904DBDB3}"/>
              </a:ext>
            </a:extLst>
          </p:cNvPr>
          <p:cNvSpPr txBox="1"/>
          <p:nvPr/>
        </p:nvSpPr>
        <p:spPr>
          <a:xfrm>
            <a:off x="7046259" y="860612"/>
            <a:ext cx="44375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Layout me </a:t>
            </a:r>
            <a:r>
              <a:rPr lang="en-IN" sz="2800" dirty="0" err="1"/>
              <a:t>jakar</a:t>
            </a:r>
            <a:r>
              <a:rPr lang="en-IN" sz="2800" dirty="0"/>
              <a:t> container click </a:t>
            </a:r>
            <a:r>
              <a:rPr lang="en-IN" sz="2800" dirty="0" err="1"/>
              <a:t>kare</a:t>
            </a:r>
            <a:endParaRPr lang="en-IN" sz="2800" dirty="0"/>
          </a:p>
          <a:p>
            <a:r>
              <a:rPr lang="en-IN" sz="2800" dirty="0"/>
              <a:t>Components me </a:t>
            </a:r>
            <a:r>
              <a:rPr lang="en-IN" sz="2800" dirty="0" err="1"/>
              <a:t>jakr</a:t>
            </a:r>
            <a:r>
              <a:rPr lang="en-IN" sz="2800" dirty="0"/>
              <a:t> button click </a:t>
            </a:r>
            <a:r>
              <a:rPr lang="en-IN" sz="2800" dirty="0" err="1"/>
              <a:t>kare</a:t>
            </a:r>
            <a:endParaRPr lang="en-IN" sz="2800" dirty="0"/>
          </a:p>
          <a:p>
            <a:r>
              <a:rPr lang="en-IN" sz="2800" dirty="0"/>
              <a:t>Twitter or </a:t>
            </a:r>
            <a:r>
              <a:rPr lang="en-IN" sz="2800" dirty="0" err="1"/>
              <a:t>whtsapp</a:t>
            </a:r>
            <a:r>
              <a:rPr lang="en-IN" sz="2800" dirty="0"/>
              <a:t> par jo notification par jo number </a:t>
            </a:r>
            <a:r>
              <a:rPr lang="en-IN" sz="2800" dirty="0" err="1"/>
              <a:t>aate</a:t>
            </a:r>
            <a:r>
              <a:rPr lang="en-IN" sz="2800" dirty="0"/>
              <a:t> </a:t>
            </a:r>
            <a:r>
              <a:rPr lang="en-IN" sz="2800" dirty="0" err="1"/>
              <a:t>hai</a:t>
            </a:r>
            <a:r>
              <a:rPr lang="en-IN" sz="2800" dirty="0"/>
              <a:t> wo badges </a:t>
            </a:r>
            <a:r>
              <a:rPr lang="en-IN" sz="2800" dirty="0" err="1"/>
              <a:t>hote</a:t>
            </a:r>
            <a:r>
              <a:rPr lang="en-IN" sz="2800" dirty="0"/>
              <a:t> </a:t>
            </a:r>
            <a:r>
              <a:rPr lang="en-IN" sz="2800" dirty="0" err="1"/>
              <a:t>hai</a:t>
            </a:r>
            <a:r>
              <a:rPr lang="en-IN" sz="28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A9636-1B78-D79F-5D0C-4BD397D1B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536" y="1598672"/>
            <a:ext cx="4892464" cy="2126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1AE9D3-43E8-57D6-FACB-736073537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185" y="3921306"/>
            <a:ext cx="3398815" cy="28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22AE-0E6D-9133-B82A-032D8540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4917DC-0733-BE5E-3701-A20C45E60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00" y="0"/>
            <a:ext cx="4999153" cy="1943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4218C-CCBF-14D5-1913-7916D4636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00" y="2089356"/>
            <a:ext cx="3185436" cy="2438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08D05E-87FF-055A-C1D8-B9A4A2545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44" y="4674055"/>
            <a:ext cx="5387807" cy="1646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33BFC-5E13-1887-8EA3-6883628487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565" y="2089356"/>
            <a:ext cx="2175032" cy="23675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4AAD88-BDA6-2CB4-ADC2-23F3E9C2DCFA}"/>
              </a:ext>
            </a:extLst>
          </p:cNvPr>
          <p:cNvSpPr txBox="1"/>
          <p:nvPr/>
        </p:nvSpPr>
        <p:spPr>
          <a:xfrm>
            <a:off x="6096000" y="417636"/>
            <a:ext cx="396083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GRID LAYOUT</a:t>
            </a:r>
          </a:p>
          <a:p>
            <a:r>
              <a:rPr lang="en-IN" dirty="0"/>
              <a:t>Ek row 12 columns me decide </a:t>
            </a:r>
            <a:r>
              <a:rPr lang="en-IN" dirty="0" err="1"/>
              <a:t>karte</a:t>
            </a:r>
            <a:endParaRPr lang="en-IN" dirty="0"/>
          </a:p>
          <a:p>
            <a:r>
              <a:rPr lang="en-IN" dirty="0"/>
              <a:t>So 12 units me </a:t>
            </a:r>
            <a:r>
              <a:rPr lang="en-IN" dirty="0" err="1"/>
              <a:t>khelo</a:t>
            </a:r>
            <a:r>
              <a:rPr lang="en-IN" dirty="0"/>
              <a:t> ki </a:t>
            </a:r>
            <a:r>
              <a:rPr lang="en-IN" dirty="0" err="1"/>
              <a:t>kitne</a:t>
            </a:r>
            <a:r>
              <a:rPr lang="en-IN" dirty="0"/>
              <a:t> units dene </a:t>
            </a:r>
            <a:r>
              <a:rPr lang="en-IN" dirty="0" err="1"/>
              <a:t>kisiko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E92EEE-6A95-0690-352B-27A5EAF179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926" y="4456869"/>
            <a:ext cx="5022015" cy="2301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AF8563-C32D-493C-10BD-86F3B6B60A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926" y="2352268"/>
            <a:ext cx="4008467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38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7188-1E6E-4783-4E93-0BAF8E26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9E94A-7E7F-8794-B56C-82C2F7090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69" y="201935"/>
            <a:ext cx="4366638" cy="24919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FC4DBC-A02A-FA93-10BA-0250DD4AF74A}"/>
              </a:ext>
            </a:extLst>
          </p:cNvPr>
          <p:cNvSpPr txBox="1"/>
          <p:nvPr/>
        </p:nvSpPr>
        <p:spPr>
          <a:xfrm>
            <a:off x="5141672" y="201935"/>
            <a:ext cx="70503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Col-6 ka </a:t>
            </a:r>
            <a:r>
              <a:rPr lang="en-IN" sz="2800" dirty="0" err="1"/>
              <a:t>matlab</a:t>
            </a:r>
            <a:r>
              <a:rPr lang="en-IN" sz="2800" dirty="0"/>
              <a:t> </a:t>
            </a:r>
            <a:r>
              <a:rPr lang="en-IN" sz="2800" dirty="0" err="1"/>
              <a:t>hai</a:t>
            </a:r>
            <a:r>
              <a:rPr lang="en-IN" sz="2800" dirty="0"/>
              <a:t> ki </a:t>
            </a:r>
            <a:r>
              <a:rPr lang="en-IN" sz="2800" dirty="0" err="1"/>
              <a:t>xs</a:t>
            </a:r>
            <a:r>
              <a:rPr lang="en-IN" sz="2800" dirty="0"/>
              <a:t> wale aur use bade wale </a:t>
            </a:r>
            <a:r>
              <a:rPr lang="en-IN" sz="2800" dirty="0" err="1"/>
              <a:t>screensize</a:t>
            </a:r>
            <a:r>
              <a:rPr lang="en-IN" sz="2800" dirty="0"/>
              <a:t> </a:t>
            </a:r>
            <a:r>
              <a:rPr lang="en-IN" sz="2800" dirty="0" err="1"/>
              <a:t>ke</a:t>
            </a:r>
            <a:r>
              <a:rPr lang="en-IN" sz="2800" dirty="0"/>
              <a:t> </a:t>
            </a:r>
            <a:r>
              <a:rPr lang="en-IN" sz="2800" dirty="0" err="1"/>
              <a:t>liye</a:t>
            </a:r>
            <a:r>
              <a:rPr lang="en-IN" sz="2800" dirty="0"/>
              <a:t> ye applicable </a:t>
            </a:r>
            <a:r>
              <a:rPr lang="en-IN" sz="2800" dirty="0" err="1"/>
              <a:t>hoga-yani</a:t>
            </a:r>
            <a:r>
              <a:rPr lang="en-IN" sz="2800" dirty="0"/>
              <a:t> 6 units occupy Karega </a:t>
            </a:r>
            <a:r>
              <a:rPr lang="en-IN" sz="2800" dirty="0" err="1"/>
              <a:t>xs</a:t>
            </a:r>
            <a:r>
              <a:rPr lang="en-IN" sz="2800" dirty="0"/>
              <a:t> aur use bade </a:t>
            </a:r>
            <a:r>
              <a:rPr lang="en-IN" sz="2800" dirty="0" err="1"/>
              <a:t>ke</a:t>
            </a:r>
            <a:r>
              <a:rPr lang="en-IN" sz="2800" dirty="0"/>
              <a:t> </a:t>
            </a:r>
            <a:r>
              <a:rPr lang="en-IN" sz="2800" dirty="0" err="1"/>
              <a:t>liye</a:t>
            </a:r>
            <a:r>
              <a:rPr lang="en-IN" sz="2800" dirty="0"/>
              <a:t> </a:t>
            </a:r>
          </a:p>
          <a:p>
            <a:r>
              <a:rPr lang="en-IN" sz="2800" dirty="0"/>
              <a:t>Col-md- ka </a:t>
            </a:r>
            <a:r>
              <a:rPr lang="en-IN" sz="2800" dirty="0" err="1"/>
              <a:t>matlab</a:t>
            </a:r>
            <a:r>
              <a:rPr lang="en-IN" sz="2800" dirty="0"/>
              <a:t> jab </a:t>
            </a:r>
            <a:r>
              <a:rPr lang="en-IN" sz="2800" dirty="0" err="1"/>
              <a:t>tak</a:t>
            </a:r>
            <a:r>
              <a:rPr lang="en-IN" sz="2800" dirty="0"/>
              <a:t> md hit </a:t>
            </a:r>
            <a:r>
              <a:rPr lang="en-IN" sz="2800" dirty="0" err="1"/>
              <a:t>nhi</a:t>
            </a:r>
            <a:r>
              <a:rPr lang="en-IN" sz="2800" dirty="0"/>
              <a:t> </a:t>
            </a:r>
            <a:r>
              <a:rPr lang="en-IN" sz="2800" dirty="0" err="1"/>
              <a:t>hota</a:t>
            </a:r>
            <a:r>
              <a:rPr lang="en-IN" sz="2800" dirty="0"/>
              <a:t> tab </a:t>
            </a:r>
            <a:r>
              <a:rPr lang="en-IN" sz="2800" dirty="0" err="1"/>
              <a:t>tak</a:t>
            </a:r>
            <a:r>
              <a:rPr lang="en-IN" sz="2800" dirty="0"/>
              <a:t> </a:t>
            </a:r>
            <a:r>
              <a:rPr lang="en-IN" sz="2800" dirty="0" err="1"/>
              <a:t>whi</a:t>
            </a:r>
            <a:r>
              <a:rPr lang="en-IN" sz="2800" dirty="0"/>
              <a:t> </a:t>
            </a:r>
            <a:r>
              <a:rPr lang="en-IN" sz="2800" dirty="0" err="1"/>
              <a:t>rahega</a:t>
            </a:r>
            <a:r>
              <a:rPr lang="en-IN" sz="2800" dirty="0"/>
              <a:t> 100% width </a:t>
            </a:r>
            <a:r>
              <a:rPr lang="en-IN" sz="2800" dirty="0" err="1"/>
              <a:t>warna</a:t>
            </a:r>
            <a:r>
              <a:rPr lang="en-IN" sz="2800" dirty="0"/>
              <a:t> md hit hone </a:t>
            </a:r>
            <a:r>
              <a:rPr lang="en-IN" sz="2800" dirty="0" err="1"/>
              <a:t>ke</a:t>
            </a:r>
            <a:r>
              <a:rPr lang="en-IN" sz="2800" dirty="0"/>
              <a:t> </a:t>
            </a:r>
            <a:r>
              <a:rPr lang="en-IN" sz="2800" dirty="0" err="1"/>
              <a:t>baad</a:t>
            </a:r>
            <a:r>
              <a:rPr lang="en-IN" sz="2800" dirty="0"/>
              <a:t> wo 2,8 jo </a:t>
            </a:r>
            <a:r>
              <a:rPr lang="en-IN" sz="2800" dirty="0" err="1"/>
              <a:t>bhi</a:t>
            </a:r>
            <a:r>
              <a:rPr lang="en-IN" sz="2800" dirty="0"/>
              <a:t> </a:t>
            </a:r>
            <a:r>
              <a:rPr lang="en-IN" sz="2800" dirty="0" err="1"/>
              <a:t>likhoge</a:t>
            </a:r>
            <a:r>
              <a:rPr lang="en-IN" sz="2800" dirty="0"/>
              <a:t> wo le </a:t>
            </a:r>
            <a:r>
              <a:rPr lang="en-IN" sz="2800" dirty="0" err="1"/>
              <a:t>lega</a:t>
            </a: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124E08-9402-E5AD-CD04-BFCA50CC9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69" y="3547523"/>
            <a:ext cx="6134632" cy="30025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0EE7AE-D3BC-3791-7958-DAD47873866F}"/>
                  </a:ext>
                </a:extLst>
              </p14:cNvPr>
              <p14:cNvContentPartPr/>
              <p14:nvPr/>
            </p14:nvContentPartPr>
            <p14:xfrm>
              <a:off x="3808200" y="3312960"/>
              <a:ext cx="2791800" cy="1541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0EE7AE-D3BC-3791-7958-DAD4787386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54200" y="3204960"/>
                <a:ext cx="2899440" cy="175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97542E-FE92-7BBA-7977-12DF055BB2FC}"/>
                  </a:ext>
                </a:extLst>
              </p14:cNvPr>
              <p14:cNvContentPartPr/>
              <p14:nvPr/>
            </p14:nvContentPartPr>
            <p14:xfrm>
              <a:off x="6844440" y="3756480"/>
              <a:ext cx="892440" cy="916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97542E-FE92-7BBA-7977-12DF055BB2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90440" y="3648480"/>
                <a:ext cx="1000080" cy="113184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B605FF4A-E502-3B36-4A6F-CF34ADC555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217" y="4637277"/>
            <a:ext cx="4541914" cy="19127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BEAB7B-C005-73AD-D194-1089BADA5281}"/>
              </a:ext>
            </a:extLst>
          </p:cNvPr>
          <p:cNvSpPr txBox="1"/>
          <p:nvPr/>
        </p:nvSpPr>
        <p:spPr>
          <a:xfrm>
            <a:off x="7944177" y="3719421"/>
            <a:ext cx="3938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Grid (vertical alignment</a:t>
            </a:r>
          </a:p>
        </p:txBody>
      </p:sp>
    </p:spTree>
    <p:extLst>
      <p:ext uri="{BB962C8B-B14F-4D97-AF65-F5344CB8AC3E}">
        <p14:creationId xmlns:p14="http://schemas.microsoft.com/office/powerpoint/2010/main" val="1252897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C0D15-85AA-8EBB-D97E-8F8B4EB7A706}"/>
              </a:ext>
            </a:extLst>
          </p:cNvPr>
          <p:cNvSpPr txBox="1"/>
          <p:nvPr/>
        </p:nvSpPr>
        <p:spPr>
          <a:xfrm>
            <a:off x="537882" y="564776"/>
            <a:ext cx="11295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Grid (vertical alignment) continue… centre end </a:t>
            </a:r>
            <a:r>
              <a:rPr lang="en-IN" sz="2800" dirty="0" err="1"/>
              <a:t>jitne</a:t>
            </a:r>
            <a:r>
              <a:rPr lang="en-IN" sz="2800" dirty="0"/>
              <a:t> </a:t>
            </a:r>
            <a:r>
              <a:rPr lang="en-IN" sz="2800" dirty="0" err="1"/>
              <a:t>bhi</a:t>
            </a:r>
            <a:r>
              <a:rPr lang="en-IN" sz="2800" dirty="0"/>
              <a:t> flexbox </a:t>
            </a:r>
            <a:r>
              <a:rPr lang="en-IN" sz="2800" dirty="0" err="1"/>
              <a:t>ke</a:t>
            </a:r>
            <a:r>
              <a:rPr lang="en-IN" sz="2800" dirty="0"/>
              <a:t> item </a:t>
            </a:r>
            <a:r>
              <a:rPr lang="en-IN" sz="2800" dirty="0" err="1"/>
              <a:t>ho</a:t>
            </a:r>
            <a:r>
              <a:rPr lang="en-IN" sz="2800" dirty="0"/>
              <a:t> wo </a:t>
            </a:r>
            <a:r>
              <a:rPr lang="en-IN" sz="2800" dirty="0" err="1"/>
              <a:t>laga</a:t>
            </a:r>
            <a:r>
              <a:rPr lang="en-IN" sz="2800" dirty="0"/>
              <a:t> </a:t>
            </a:r>
            <a:r>
              <a:rPr lang="en-IN" sz="2800" dirty="0" err="1"/>
              <a:t>sakte</a:t>
            </a:r>
            <a:r>
              <a:rPr lang="en-IN" sz="2800" dirty="0"/>
              <a:t> </a:t>
            </a:r>
            <a:r>
              <a:rPr lang="en-IN" sz="2800" dirty="0" err="1"/>
              <a:t>upar</a:t>
            </a:r>
            <a:r>
              <a:rPr lang="en-IN" sz="2800" dirty="0"/>
              <a:t> </a:t>
            </a:r>
            <a:r>
              <a:rPr lang="en-IN" sz="2800" dirty="0" err="1"/>
              <a:t>neeche</a:t>
            </a:r>
            <a:r>
              <a:rPr lang="en-IN" sz="2800" dirty="0"/>
              <a:t> </a:t>
            </a:r>
            <a:r>
              <a:rPr lang="en-IN" sz="2800" dirty="0" err="1"/>
              <a:t>karne</a:t>
            </a:r>
            <a:r>
              <a:rPr lang="en-IN" sz="2800" dirty="0"/>
              <a:t> ko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6DE07-C323-ECF8-F978-E5E264676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17" y="1994563"/>
            <a:ext cx="5738357" cy="30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5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A21C8-4EED-E65A-9F10-13865828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65D9D-5691-6D88-AFB9-E5D4F124E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74" y="860837"/>
            <a:ext cx="5837426" cy="2568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536D69-3598-8FBB-A31A-8030836A2F8D}"/>
              </a:ext>
            </a:extLst>
          </p:cNvPr>
          <p:cNvSpPr txBox="1"/>
          <p:nvPr/>
        </p:nvSpPr>
        <p:spPr>
          <a:xfrm>
            <a:off x="339256" y="3899646"/>
            <a:ext cx="46092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Select in Forms</a:t>
            </a:r>
          </a:p>
          <a:p>
            <a:r>
              <a:rPr lang="en-IN" sz="2800" dirty="0"/>
              <a:t>Checkbox and radio in forms</a:t>
            </a:r>
          </a:p>
          <a:p>
            <a:r>
              <a:rPr lang="en-IN" sz="2800"/>
              <a:t>Form layout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09979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F6F35-6444-EBFB-CC24-8760CD1F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314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084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236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790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073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1950</TotalTime>
  <Words>236</Words>
  <Application>Microsoft Office PowerPoint</Application>
  <PresentationFormat>Widescreen</PresentationFormat>
  <Paragraphs>27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Color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typography</vt:lpstr>
      <vt:lpstr>PowerPoint Presentation</vt:lpstr>
      <vt:lpstr>PowerPoint Presentation</vt:lpstr>
      <vt:lpstr>Google fonts</vt:lpstr>
      <vt:lpstr>PowerPoint Presentation</vt:lpstr>
      <vt:lpstr>PowerPoint Presentation</vt:lpstr>
      <vt:lpstr>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rathore</dc:creator>
  <cp:lastModifiedBy>swati rathore</cp:lastModifiedBy>
  <cp:revision>1</cp:revision>
  <dcterms:created xsi:type="dcterms:W3CDTF">2026-03-14T04:40:35Z</dcterms:created>
  <dcterms:modified xsi:type="dcterms:W3CDTF">2026-03-15T13:11:07Z</dcterms:modified>
</cp:coreProperties>
</file>